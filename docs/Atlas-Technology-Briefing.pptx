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56032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A5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 ·  TECHNOLOGY BRIEFING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9692640" y="25603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/  12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6565392"/>
            <a:ext cx="10908792" cy="13716"/>
          </a:xfrm>
          <a:prstGeom prst="rect">
            <a:avLst/>
          </a:prstGeom>
          <a:solidFill>
            <a:srgbClr val="2A2E35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6601968"/>
            <a:ext cx="10908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completeness claim. Product in active development.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40080" y="658368"/>
            <a:ext cx="10972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C4A5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TECHNOLOGY BRIEFING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051560"/>
            <a:ext cx="109728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dirty="0">
                <a:solidFill>
                  <a:srgbClr val="E8E4D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Atlas</a:t>
            </a:r>
            <a:endParaRPr lang="en-US" sz="7200" dirty="0"/>
          </a:p>
        </p:txBody>
      </p:sp>
      <p:sp>
        <p:nvSpPr>
          <p:cNvPr id="9" name="Text 7"/>
          <p:cNvSpPr/>
          <p:nvPr/>
        </p:nvSpPr>
        <p:spPr>
          <a:xfrm>
            <a:off x="640080" y="21945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6C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truth and control layer for AI-native software.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27432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whether software is actually ready — before users, auditors, or incidents have to tell you.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0080" y="3657600"/>
            <a:ext cx="3474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E8E4D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Truth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640080" y="4114800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known, proven, and still unverified.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389120" y="3657600"/>
            <a:ext cx="3474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E8E4D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Governance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389120" y="4114800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may happen next, and under whose authority.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138160" y="3657600"/>
            <a:ext cx="3474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E8E4D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Control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8138160" y="4114800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oversight of agents, change, and automation.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56032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A5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 ·  TECHNOLOGY BRIEFING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9692640" y="25603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/  12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6565392"/>
            <a:ext cx="10908792" cy="13716"/>
          </a:xfrm>
          <a:prstGeom prst="rect">
            <a:avLst/>
          </a:prstGeom>
          <a:solidFill>
            <a:srgbClr val="2A2E35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6601968"/>
            <a:ext cx="10908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completeness claim. Product in active development.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40080" y="932688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E8E4D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problem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640080" y="1572768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6C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Teams now ship with git hosts, AI coding agents, continuous integration, cloud platforms, scanners, and multiple models. Throughput rose. A reliable answer to a simpler question did not.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40080" y="2286000"/>
            <a:ext cx="73152" cy="1051560"/>
          </a:xfrm>
          <a:prstGeom prst="rect">
            <a:avLst/>
          </a:prstGeom>
          <a:solidFill>
            <a:srgbClr val="C4A574"/>
          </a:solidFill>
          <a:ln/>
        </p:spPr>
      </p:sp>
      <p:sp>
        <p:nvSpPr>
          <p:cNvPr id="10" name="Shape 8"/>
          <p:cNvSpPr/>
          <p:nvPr/>
        </p:nvSpPr>
        <p:spPr>
          <a:xfrm>
            <a:off x="713232" y="2286000"/>
            <a:ext cx="10835640" cy="1051560"/>
          </a:xfrm>
          <a:prstGeom prst="rect">
            <a:avLst/>
          </a:prstGeom>
          <a:solidFill>
            <a:srgbClr val="1A1712"/>
          </a:solidFill>
          <a:ln/>
        </p:spPr>
      </p:sp>
      <p:sp>
        <p:nvSpPr>
          <p:cNvPr id="11" name="Text 9"/>
          <p:cNvSpPr/>
          <p:nvPr/>
        </p:nvSpPr>
        <p:spPr>
          <a:xfrm>
            <a:off x="960120" y="2359152"/>
            <a:ext cx="10332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actually true about this software right now?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960120" y="2724912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tools generate, test, deploy, or scan. Few bind claim to evidence, evidence to time, and action to approval.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3566160"/>
            <a:ext cx="5349240" cy="2606040"/>
          </a:xfrm>
          <a:prstGeom prst="roundRect">
            <a:avLst>
              <a:gd name="adj" fmla="val 2105"/>
            </a:avLst>
          </a:prstGeom>
          <a:solidFill>
            <a:srgbClr val="12151B"/>
          </a:solidFill>
          <a:ln w="12700">
            <a:solidFill>
              <a:srgbClr val="2A2E3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1248" y="3712464"/>
            <a:ext cx="4983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E8E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TEAMS HEAR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41248" y="4005072"/>
            <a:ext cx="4946904" cy="1984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think we are ready. The tests passed. The model suggested a patch. The scanner found issues. Someone will review it.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172200" y="3566160"/>
            <a:ext cx="5349240" cy="2606040"/>
          </a:xfrm>
          <a:prstGeom prst="roundRect">
            <a:avLst>
              <a:gd name="adj" fmla="val 2105"/>
            </a:avLst>
          </a:prstGeom>
          <a:solidFill>
            <a:srgbClr val="12151B"/>
          </a:solidFill>
          <a:ln w="12700">
            <a:solidFill>
              <a:srgbClr val="2A2E3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73368" y="3712464"/>
            <a:ext cx="4983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E8E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MISSING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73368" y="4005072"/>
            <a:ext cx="4946904" cy="1984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durable record of what was observed, what was verified, what drifted, what is still unknown, and what is allowed to change.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56032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A5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 ·  TECHNOLOGY BRIEFING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9692640" y="25603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/  12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6565392"/>
            <a:ext cx="10908792" cy="13716"/>
          </a:xfrm>
          <a:prstGeom prst="rect">
            <a:avLst/>
          </a:prstGeom>
          <a:solidFill>
            <a:srgbClr val="2A2E35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6601968"/>
            <a:ext cx="10908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completeness claim. Product in active development.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40080" y="932688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E8E4D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Atlas is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640080" y="1572768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6C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is not an AI coding assistant. It does not replace the editor, the agent, or the application. It sits beside them as a truth and control layer for connected systems.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40080" y="2331720"/>
            <a:ext cx="5349240" cy="3383280"/>
          </a:xfrm>
          <a:prstGeom prst="roundRect">
            <a:avLst>
              <a:gd name="adj" fmla="val 1622"/>
            </a:avLst>
          </a:prstGeom>
          <a:solidFill>
            <a:srgbClr val="12151B"/>
          </a:solidFill>
          <a:ln w="12700">
            <a:solidFill>
              <a:srgbClr val="2A2E3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1248" y="2478024"/>
            <a:ext cx="4983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E8E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IS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41248" y="2770632"/>
            <a:ext cx="4946904" cy="2761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system model of what software is supposed to do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A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evidence graph of what has been observed and proven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A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over what agents and automation may do next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A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human-gated path from recommendation to action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172200" y="2331720"/>
            <a:ext cx="5349240" cy="3383280"/>
          </a:xfrm>
          <a:prstGeom prst="roundRect">
            <a:avLst>
              <a:gd name="adj" fmla="val 1622"/>
            </a:avLst>
          </a:prstGeom>
          <a:solidFill>
            <a:srgbClr val="12151B"/>
          </a:solidFill>
          <a:ln w="12700">
            <a:solidFill>
              <a:srgbClr val="2A2E3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3368" y="2478024"/>
            <a:ext cx="4983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E8E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IS NOT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373368" y="2770632"/>
            <a:ext cx="4946904" cy="2761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replacement for coding tools or continuous integration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A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embedded inside every connected product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A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host for customer source code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A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claim that software is complete because a model said so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56032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A5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 ·  TECHNOLOGY BRIEFING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9692640" y="25603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/  12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6565392"/>
            <a:ext cx="10908792" cy="13716"/>
          </a:xfrm>
          <a:prstGeom prst="rect">
            <a:avLst/>
          </a:prstGeom>
          <a:solidFill>
            <a:srgbClr val="2A2E35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6601968"/>
            <a:ext cx="10908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completeness claim. Product in active development.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40080" y="932688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E8E4D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it exists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640080" y="1572768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6C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increased how much software can be produced. The industry did not build an equivalent layer of verification and authority. Atlas exists to close that gap.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40080" y="2331720"/>
            <a:ext cx="3520440" cy="2286000"/>
          </a:xfrm>
          <a:prstGeom prst="roundRect">
            <a:avLst>
              <a:gd name="adj" fmla="val 2400"/>
            </a:avLst>
          </a:prstGeom>
          <a:solidFill>
            <a:srgbClr val="12151B"/>
          </a:solidFill>
          <a:ln w="12700">
            <a:solidFill>
              <a:srgbClr val="2A2E3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1248" y="2478024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E8E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41248" y="2770632"/>
            <a:ext cx="3118104" cy="16642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each connected product as a managed system: structure, dependencies, contracts, and expected behavior.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315968" y="2331720"/>
            <a:ext cx="3520440" cy="2286000"/>
          </a:xfrm>
          <a:prstGeom prst="roundRect">
            <a:avLst>
              <a:gd name="adj" fmla="val 2400"/>
            </a:avLst>
          </a:prstGeom>
          <a:solidFill>
            <a:srgbClr val="12151B"/>
          </a:solidFill>
          <a:ln w="12700">
            <a:solidFill>
              <a:srgbClr val="2A2E3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17136" y="2478024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E8E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17136" y="2770632"/>
            <a:ext cx="3118104" cy="16642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audit against evidence — drift, defects, security posture, and readiness — without mistaking a score for proof.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991856" y="2331720"/>
            <a:ext cx="3520440" cy="2286000"/>
          </a:xfrm>
          <a:prstGeom prst="roundRect">
            <a:avLst>
              <a:gd name="adj" fmla="val 2400"/>
            </a:avLst>
          </a:prstGeom>
          <a:solidFill>
            <a:srgbClr val="12151B"/>
          </a:solidFill>
          <a:ln w="12700">
            <a:solidFill>
              <a:srgbClr val="2A2E3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193024" y="2478024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E8E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ACT, GATED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193024" y="2770632"/>
            <a:ext cx="3118104" cy="16642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 is last. Recommendation, risk, policy, approval, execution, and verification are separate steps.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40080" y="4800600"/>
            <a:ext cx="73152" cy="1371600"/>
          </a:xfrm>
          <a:prstGeom prst="rect">
            <a:avLst/>
          </a:prstGeom>
          <a:solidFill>
            <a:srgbClr val="C4A574"/>
          </a:solidFill>
          <a:ln/>
        </p:spPr>
      </p:sp>
      <p:sp>
        <p:nvSpPr>
          <p:cNvPr id="19" name="Shape 17"/>
          <p:cNvSpPr/>
          <p:nvPr/>
        </p:nvSpPr>
        <p:spPr>
          <a:xfrm>
            <a:off x="713232" y="4800600"/>
            <a:ext cx="10835640" cy="1371600"/>
          </a:xfrm>
          <a:prstGeom prst="rect">
            <a:avLst/>
          </a:prstGeom>
          <a:solidFill>
            <a:srgbClr val="1A1712"/>
          </a:solidFill>
          <a:ln/>
        </p:spPr>
      </p:sp>
      <p:sp>
        <p:nvSpPr>
          <p:cNvPr id="20" name="Text 18"/>
          <p:cNvSpPr/>
          <p:nvPr/>
        </p:nvSpPr>
        <p:spPr>
          <a:xfrm>
            <a:off x="960120" y="4892040"/>
            <a:ext cx="10332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intended outcome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960120" y="5212080"/>
            <a:ext cx="10332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Instead of “we think we are ready,” Atlas aims to show what is verified, what is not, what is dangerous, and the evidence behind that judgment.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56032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A5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 ·  TECHNOLOGY BRIEFING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9692640" y="25603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/  12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6565392"/>
            <a:ext cx="10908792" cy="13716"/>
          </a:xfrm>
          <a:prstGeom prst="rect">
            <a:avLst/>
          </a:prstGeom>
          <a:solidFill>
            <a:srgbClr val="2A2E35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6601968"/>
            <a:ext cx="10908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completeness claim. Product in active development.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40080" y="932688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E8E4D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Atlas thinks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640080" y="1572768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6C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layers, observed from the outside through connectors. Atlas does not need to live inside the connected application’s codebase.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2286000"/>
            <a:ext cx="2194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Truth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2926080" y="2286000"/>
            <a:ext cx="8503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6C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model: expected versus observed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0080" y="2724912"/>
            <a:ext cx="2194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2926080" y="2724912"/>
            <a:ext cx="8503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6C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 claims — not free-floating scores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0080" y="3163824"/>
            <a:ext cx="2194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926080" y="3163824"/>
            <a:ext cx="8503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6C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Policy, risk, and approval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40080" y="3602736"/>
            <a:ext cx="2194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Intelligence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2926080" y="3602736"/>
            <a:ext cx="8503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6C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and research under constraint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40080" y="4041648"/>
            <a:ext cx="2194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2926080" y="4041648"/>
            <a:ext cx="8503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6C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may execute, and what must wait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40080" y="46634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4A5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   →   Understand   →   Verify   →   Act, only when gated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40080" y="50749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is last on purpose. A successful command is not treated as a successful repair until verification and evidence say so.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56032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A5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 ·  TECHNOLOGY BRIEFING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9692640" y="25603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/  12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6565392"/>
            <a:ext cx="10908792" cy="13716"/>
          </a:xfrm>
          <a:prstGeom prst="rect">
            <a:avLst/>
          </a:prstGeom>
          <a:solidFill>
            <a:srgbClr val="2A2E35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6601968"/>
            <a:ext cx="10908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completeness claim. Product in active development.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40080" y="932688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E8E4D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the parts relate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640080" y="1572768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6C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is designed as a control layer over systems that already exist. Connected applications remain themselves. Atlas observes, binds evidence, and governs action.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40080" y="2286000"/>
            <a:ext cx="10881360" cy="1965960"/>
          </a:xfrm>
          <a:prstGeom prst="roundRect">
            <a:avLst>
              <a:gd name="adj" fmla="val 2791"/>
            </a:avLst>
          </a:prstGeom>
          <a:solidFill>
            <a:srgbClr val="12151B"/>
          </a:solidFill>
          <a:ln w="12700">
            <a:solidFill>
              <a:srgbClr val="2A2E3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1248" y="2432304"/>
            <a:ext cx="10515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E8E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ECOSYSTEM, AT BRIEFING LEVEL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41248" y="2724912"/>
            <a:ext cx="10479024" cy="1344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and coding agents work in the customer workspace. Connectors observe repositories, delivery, and operational signals from the outside. Atlas maintains a managed-system view: contract, evidence, memory, and verdict. Governance decides whether a proposed action is allowed, denied, or requires a human.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389120"/>
            <a:ext cx="5349240" cy="1783080"/>
          </a:xfrm>
          <a:prstGeom prst="roundRect">
            <a:avLst>
              <a:gd name="adj" fmla="val 3077"/>
            </a:avLst>
          </a:prstGeom>
          <a:solidFill>
            <a:srgbClr val="12151B"/>
          </a:solidFill>
          <a:ln w="12700">
            <a:solidFill>
              <a:srgbClr val="2A2E3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1248" y="4535424"/>
            <a:ext cx="4983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E8E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 PEOPLE USE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41248" y="4828032"/>
            <a:ext cx="4946904" cy="11612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Systems, truth, health, readiness, studio, and audit — so an operator can see posture and evidence without becoming the integration layer.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172200" y="4389120"/>
            <a:ext cx="5349240" cy="1783080"/>
          </a:xfrm>
          <a:prstGeom prst="roundRect">
            <a:avLst>
              <a:gd name="adj" fmla="val 3077"/>
            </a:avLst>
          </a:prstGeom>
          <a:solidFill>
            <a:srgbClr val="12151B"/>
          </a:solidFill>
          <a:ln w="12700">
            <a:solidFill>
              <a:srgbClr val="2A2E3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73368" y="4535424"/>
            <a:ext cx="4983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E8E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CONTROL LAYER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373368" y="4828032"/>
            <a:ext cx="4946904" cy="11612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separate governance plane for oversight of agents, applications, approvals, and automation. Observation and authority stay distinct from the applications being governed.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56032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A5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 ·  TECHNOLOGY BRIEFING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9692640" y="25603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/  12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6565392"/>
            <a:ext cx="10908792" cy="13716"/>
          </a:xfrm>
          <a:prstGeom prst="rect">
            <a:avLst/>
          </a:prstGeom>
          <a:solidFill>
            <a:srgbClr val="2A2E35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6601968"/>
            <a:ext cx="10908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completeness claim. Product in active development.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40080" y="932688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E8E4D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Memory, knowledge, and evidence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640080" y="1572768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6C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durable advantage is not a particular model. It is whether Atlas can remember what was true, cite what it used, and refuse to treat generated text as fact.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40080" y="2331720"/>
            <a:ext cx="3520440" cy="2331720"/>
          </a:xfrm>
          <a:prstGeom prst="roundRect">
            <a:avLst>
              <a:gd name="adj" fmla="val 2353"/>
            </a:avLst>
          </a:prstGeom>
          <a:solidFill>
            <a:srgbClr val="12151B"/>
          </a:solidFill>
          <a:ln w="12700">
            <a:solidFill>
              <a:srgbClr val="2A2E3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1248" y="2478024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E8E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41248" y="2770632"/>
            <a:ext cx="3118104" cy="1709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Claims are meant to carry source, time, confidence, and status. A score without evidence is not treated as truth.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315968" y="2331720"/>
            <a:ext cx="3520440" cy="2331720"/>
          </a:xfrm>
          <a:prstGeom prst="roundRect">
            <a:avLst>
              <a:gd name="adj" fmla="val 2353"/>
            </a:avLst>
          </a:prstGeom>
          <a:solidFill>
            <a:srgbClr val="12151B"/>
          </a:solidFill>
          <a:ln w="12700">
            <a:solidFill>
              <a:srgbClr val="2A2E3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17136" y="2478024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E8E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17136" y="2770632"/>
            <a:ext cx="3118104" cy="1709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memory is scoped to the owner of the work. Atlas is not designed to train across tenants. Customer source remains in the customer’s workspace or git host.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991856" y="2331720"/>
            <a:ext cx="3520440" cy="2331720"/>
          </a:xfrm>
          <a:prstGeom prst="roundRect">
            <a:avLst>
              <a:gd name="adj" fmla="val 2353"/>
            </a:avLst>
          </a:prstGeom>
          <a:solidFill>
            <a:srgbClr val="12151B"/>
          </a:solidFill>
          <a:ln w="12700">
            <a:solidFill>
              <a:srgbClr val="2A2E3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193024" y="2478024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E8E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193024" y="2770632"/>
            <a:ext cx="3118104" cy="1709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prefers allow-listed public sources — standards and official documentation — over uncited generation. Generated content stays a hypothesis until verified.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40080" y="4846320"/>
            <a:ext cx="73152" cy="1280160"/>
          </a:xfrm>
          <a:prstGeom prst="rect">
            <a:avLst/>
          </a:prstGeom>
          <a:solidFill>
            <a:srgbClr val="C4A574"/>
          </a:solidFill>
          <a:ln/>
        </p:spPr>
      </p:sp>
      <p:sp>
        <p:nvSpPr>
          <p:cNvPr id="19" name="Shape 17"/>
          <p:cNvSpPr/>
          <p:nvPr/>
        </p:nvSpPr>
        <p:spPr>
          <a:xfrm>
            <a:off x="713232" y="4846320"/>
            <a:ext cx="10835640" cy="1280160"/>
          </a:xfrm>
          <a:prstGeom prst="rect">
            <a:avLst/>
          </a:prstGeom>
          <a:solidFill>
            <a:srgbClr val="1A1712"/>
          </a:solidFill>
          <a:ln/>
        </p:spPr>
      </p:sp>
      <p:sp>
        <p:nvSpPr>
          <p:cNvPr id="20" name="Text 18"/>
          <p:cNvSpPr/>
          <p:nvPr/>
        </p:nvSpPr>
        <p:spPr>
          <a:xfrm>
            <a:off x="960120" y="4937760"/>
            <a:ext cx="10332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Moat, stated honestly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960120" y="5257800"/>
            <a:ext cx="10332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intended moat is an engineering evidence graph plus historical memory — not the underlying language model.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56032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A5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 ·  TECHNOLOGY BRIEFING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9692640" y="25603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 /  12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6565392"/>
            <a:ext cx="10908792" cy="13716"/>
          </a:xfrm>
          <a:prstGeom prst="rect">
            <a:avLst/>
          </a:prstGeom>
          <a:solidFill>
            <a:srgbClr val="2A2E35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6601968"/>
            <a:ext cx="10908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completeness claim. Product in active development.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40080" y="932688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E8E4D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Agents and human oversight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640080" y="1572768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6C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can plan and dispatch specialist agents. That is not a license for unsupervised change. Agents propose; governance constrains; people decide when the risk requires it.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40080" y="2331720"/>
            <a:ext cx="5349240" cy="2651760"/>
          </a:xfrm>
          <a:prstGeom prst="roundRect">
            <a:avLst>
              <a:gd name="adj" fmla="val 2069"/>
            </a:avLst>
          </a:prstGeom>
          <a:solidFill>
            <a:srgbClr val="12151B"/>
          </a:solidFill>
          <a:ln w="12700">
            <a:solidFill>
              <a:srgbClr val="2A2E3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1248" y="2478024"/>
            <a:ext cx="4983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E8E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41248" y="2770632"/>
            <a:ext cx="4946904" cy="20299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Specialists for engineering, quality, security, research, and related roles. They operate as workers under catalog, policy, and runtime control — not as an unbounded swarm.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172200" y="2331720"/>
            <a:ext cx="5349240" cy="2651760"/>
          </a:xfrm>
          <a:prstGeom prst="roundRect">
            <a:avLst>
              <a:gd name="adj" fmla="val 2069"/>
            </a:avLst>
          </a:prstGeom>
          <a:solidFill>
            <a:srgbClr val="12151B"/>
          </a:solidFill>
          <a:ln w="12700">
            <a:solidFill>
              <a:srgbClr val="2A2E3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3368" y="2478024"/>
            <a:ext cx="4983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E8E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373368" y="2770632"/>
            <a:ext cx="4946904" cy="20299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Approvals, emergency stop of agent work, and ownership-gated apply paths keep irreversible work from being implicit. Studio is designed as a human view of proposed change: propose, review, approve, then apply.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0080" y="51663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High-severity and production-facing change is intended to remain human-gated. Low-risk automation is not an excuse to skip verification.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56032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A5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 ·  TECHNOLOGY BRIEFING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9692640" y="25603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 /  12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6565392"/>
            <a:ext cx="10908792" cy="13716"/>
          </a:xfrm>
          <a:prstGeom prst="rect">
            <a:avLst/>
          </a:prstGeom>
          <a:solidFill>
            <a:srgbClr val="2A2E35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6601968"/>
            <a:ext cx="10908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completeness claim. Product in active development.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40080" y="932688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E8E4D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Product experience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640080" y="1572768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6C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intended commercial motion is a readiness audit of a real system, then continuous truth and control — not seats, quotas, or “another scanner.”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40080" y="2331720"/>
            <a:ext cx="5349240" cy="3017520"/>
          </a:xfrm>
          <a:prstGeom prst="roundRect">
            <a:avLst>
              <a:gd name="adj" fmla="val 1818"/>
            </a:avLst>
          </a:prstGeom>
          <a:solidFill>
            <a:srgbClr val="12151B"/>
          </a:solidFill>
          <a:ln w="12700">
            <a:solidFill>
              <a:srgbClr val="2A2E3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1248" y="2478024"/>
            <a:ext cx="4983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E8E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AN OPERATOR SEES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41248" y="2770632"/>
            <a:ext cx="4946904" cy="23957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systems, with blocking issues shown first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A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verdict with evidence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A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Truth, health, and readiness drill-down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A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for governed change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A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and quality audits on connected work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172200" y="2331720"/>
            <a:ext cx="5349240" cy="3017520"/>
          </a:xfrm>
          <a:prstGeom prst="roundRect">
            <a:avLst>
              <a:gd name="adj" fmla="val 1818"/>
            </a:avLst>
          </a:prstGeom>
          <a:solidFill>
            <a:srgbClr val="12151B"/>
          </a:solidFill>
          <a:ln w="12700">
            <a:solidFill>
              <a:srgbClr val="2A2E3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3368" y="2478024"/>
            <a:ext cx="4983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E8E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AUDIT IS FOR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373368" y="2770632"/>
            <a:ext cx="4946904" cy="23957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a system, discover what is there, model it, verify against evidence, and produce an executive readout: verified, unverified, blockers, and recommended next action. A counsel briefing is an evidence pack for licensed advisors — not legal advice.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56032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A5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 ·  TECHNOLOGY BRIEFING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9692640" y="25603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 /  12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6565392"/>
            <a:ext cx="10908792" cy="13716"/>
          </a:xfrm>
          <a:prstGeom prst="rect">
            <a:avLst/>
          </a:prstGeom>
          <a:solidFill>
            <a:srgbClr val="2A2E35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6601968"/>
            <a:ext cx="10908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completeness claim. Product in active development.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40080" y="932688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E8E4D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Architecture, at briefing level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640080" y="1572768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6C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observes connected systems. It does not merge into them, and it does not collapse user work, tenant services, and control into a single public surface.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40080" y="2331720"/>
            <a:ext cx="3520440" cy="2240280"/>
          </a:xfrm>
          <a:prstGeom prst="roundRect">
            <a:avLst>
              <a:gd name="adj" fmla="val 2449"/>
            </a:avLst>
          </a:prstGeom>
          <a:solidFill>
            <a:srgbClr val="12151B"/>
          </a:solidFill>
          <a:ln w="12700">
            <a:solidFill>
              <a:srgbClr val="2A2E3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1248" y="2478024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E8E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41248" y="2770632"/>
            <a:ext cx="3118104" cy="1618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Connectors for git, delivery, and related signals. Atlas stays outside the managed application.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315968" y="2331720"/>
            <a:ext cx="3520440" cy="2240280"/>
          </a:xfrm>
          <a:prstGeom prst="roundRect">
            <a:avLst>
              <a:gd name="adj" fmla="val 2449"/>
            </a:avLst>
          </a:prstGeom>
          <a:solidFill>
            <a:srgbClr val="12151B"/>
          </a:solidFill>
          <a:ln w="12700">
            <a:solidFill>
              <a:srgbClr val="2A2E3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17136" y="2478024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E8E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BIND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17136" y="2770632"/>
            <a:ext cx="3118104" cy="1618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contract, evidence, memory, and verdict are first-class. Authority is assigned by the platform, not asserted by the agent.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991856" y="2331720"/>
            <a:ext cx="3520440" cy="2240280"/>
          </a:xfrm>
          <a:prstGeom prst="roundRect">
            <a:avLst>
              <a:gd name="adj" fmla="val 2449"/>
            </a:avLst>
          </a:prstGeom>
          <a:solidFill>
            <a:srgbClr val="12151B"/>
          </a:solidFill>
          <a:ln w="12700">
            <a:solidFill>
              <a:srgbClr val="2A2E3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193024" y="2478024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E8E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193024" y="2770632"/>
            <a:ext cx="3118104" cy="1618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Policy, approval, and runtime control decide whether a proposed action may execute. Control does not run the customer’s tools itself.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40080" y="4754880"/>
            <a:ext cx="73152" cy="1371600"/>
          </a:xfrm>
          <a:prstGeom prst="rect">
            <a:avLst/>
          </a:prstGeom>
          <a:solidFill>
            <a:srgbClr val="C4A574"/>
          </a:solidFill>
          <a:ln/>
        </p:spPr>
      </p:sp>
      <p:sp>
        <p:nvSpPr>
          <p:cNvPr id="19" name="Shape 17"/>
          <p:cNvSpPr/>
          <p:nvPr/>
        </p:nvSpPr>
        <p:spPr>
          <a:xfrm>
            <a:off x="713232" y="4754880"/>
            <a:ext cx="10835640" cy="1371600"/>
          </a:xfrm>
          <a:prstGeom prst="rect">
            <a:avLst/>
          </a:prstGeom>
          <a:solidFill>
            <a:srgbClr val="1A1712"/>
          </a:solidFill>
          <a:ln/>
        </p:spPr>
      </p:sp>
      <p:sp>
        <p:nvSpPr>
          <p:cNvPr id="20" name="Text 18"/>
          <p:cNvSpPr/>
          <p:nvPr/>
        </p:nvSpPr>
        <p:spPr>
          <a:xfrm>
            <a:off x="960120" y="4846320"/>
            <a:ext cx="10332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Boundary that does not move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960120" y="5193792"/>
            <a:ext cx="10332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source stays with the customer. Workers stay workers. Atlas stays truth, quality, governance, and control.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56032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A5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 ·  TECHNOLOGY BRIEFING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9692640" y="25603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 /  12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6565392"/>
            <a:ext cx="10908792" cy="13716"/>
          </a:xfrm>
          <a:prstGeom prst="rect">
            <a:avLst/>
          </a:prstGeom>
          <a:solidFill>
            <a:srgbClr val="2A2E35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6601968"/>
            <a:ext cx="10908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completeness claim. Product in active development.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40080" y="932688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E8E4D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Trust posture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640080" y="1572768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6C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trust is a product requirement, not a slogan. The following are design commitments, not a certification or a production-readiness stamp.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40080" y="2286000"/>
            <a:ext cx="5349240" cy="1783080"/>
          </a:xfrm>
          <a:prstGeom prst="roundRect">
            <a:avLst>
              <a:gd name="adj" fmla="val 3077"/>
            </a:avLst>
          </a:prstGeom>
          <a:solidFill>
            <a:srgbClr val="12151B"/>
          </a:solidFill>
          <a:ln w="12700">
            <a:solidFill>
              <a:srgbClr val="2A2E3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1248" y="2432304"/>
            <a:ext cx="4983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E8E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41248" y="2724912"/>
            <a:ext cx="4946904" cy="11612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memory and evidence are scoped to the owner of the work. Atlas is not designed to train across customers.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172200" y="2286000"/>
            <a:ext cx="5349240" cy="1783080"/>
          </a:xfrm>
          <a:prstGeom prst="roundRect">
            <a:avLst>
              <a:gd name="adj" fmla="val 3077"/>
            </a:avLst>
          </a:prstGeom>
          <a:solidFill>
            <a:srgbClr val="12151B"/>
          </a:solidFill>
          <a:ln w="12700">
            <a:solidFill>
              <a:srgbClr val="2A2E3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3368" y="2432304"/>
            <a:ext cx="4983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E8E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AUTHORITY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373368" y="2724912"/>
            <a:ext cx="4946904" cy="11612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do not inherit unlimited authority from a previous hop. Write-adjacent work is intended to require explicit approval.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4206240"/>
            <a:ext cx="5349240" cy="1920240"/>
          </a:xfrm>
          <a:prstGeom prst="roundRect">
            <a:avLst>
              <a:gd name="adj" fmla="val 2857"/>
            </a:avLst>
          </a:prstGeom>
          <a:solidFill>
            <a:srgbClr val="12151B"/>
          </a:solidFill>
          <a:ln w="12700">
            <a:solidFill>
              <a:srgbClr val="2A2E3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1248" y="4352544"/>
            <a:ext cx="4983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E8E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HONESTY OF STATE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41248" y="4645152"/>
            <a:ext cx="4946904" cy="12984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Epistemic labels matter. Observed is not fact. A generated statement is not verified knowledge.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172200" y="4206240"/>
            <a:ext cx="5349240" cy="1920240"/>
          </a:xfrm>
          <a:prstGeom prst="roundRect">
            <a:avLst>
              <a:gd name="adj" fmla="val 2857"/>
            </a:avLst>
          </a:prstGeom>
          <a:solidFill>
            <a:srgbClr val="12151B"/>
          </a:solidFill>
          <a:ln w="12700">
            <a:solidFill>
              <a:srgbClr val="2A2E3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73368" y="4352544"/>
            <a:ext cx="4983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E8E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HONESTY OF STATUS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373368" y="4645152"/>
            <a:ext cx="4946904" cy="12984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is under active construction. Surfaces exist; completeness varies. This briefing does not treat a roadmap as a shipped guarantee.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56032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A5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 ·  TECHNOLOGY BRIEFING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9692640" y="25603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 /  12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6565392"/>
            <a:ext cx="10908792" cy="13716"/>
          </a:xfrm>
          <a:prstGeom prst="rect">
            <a:avLst/>
          </a:prstGeom>
          <a:solidFill>
            <a:srgbClr val="2A2E35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6601968"/>
            <a:ext cx="10908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completeness claim. Product in active development.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40080" y="932688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E8E4D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Long-term vision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640080" y="1572768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6C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Atlas succeeds, AI-native teams will not have to choose between speed and accountability. They will have a layer that remembers, verifies, and governs — while people and coding agents keep doing the work they already do.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40080" y="2331720"/>
            <a:ext cx="5349240" cy="1965960"/>
          </a:xfrm>
          <a:prstGeom prst="roundRect">
            <a:avLst>
              <a:gd name="adj" fmla="val 2791"/>
            </a:avLst>
          </a:prstGeom>
          <a:solidFill>
            <a:srgbClr val="12151B"/>
          </a:solidFill>
          <a:ln w="12700">
            <a:solidFill>
              <a:srgbClr val="2A2E3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1248" y="2478024"/>
            <a:ext cx="4983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E8E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41248" y="2770632"/>
            <a:ext cx="4946904" cy="1344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serious readiness audit of one production system. An executive report grounded in evidence. Design-partner learning on real software, not invented case studies.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172200" y="2331720"/>
            <a:ext cx="5349240" cy="1965960"/>
          </a:xfrm>
          <a:prstGeom prst="roundRect">
            <a:avLst>
              <a:gd name="adj" fmla="val 2791"/>
            </a:avLst>
          </a:prstGeom>
          <a:solidFill>
            <a:srgbClr val="12151B"/>
          </a:solidFill>
          <a:ln w="12700">
            <a:solidFill>
              <a:srgbClr val="2A2E3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3368" y="2478024"/>
            <a:ext cx="4983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E8E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373368" y="2770632"/>
            <a:ext cx="4946904" cy="1344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control: drift, governed remediation, system memory, and human authority that remains meaningful as agent volume grows.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0080" y="44805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C4A5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sentence to leave with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480060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8E4D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Atlas exists so “the model did it” is never the last word on whether software is true, safe, or allowed to change.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Atlas — Technology Briefing</dc:title>
  <dc:subject>External technology briefing</dc:subject>
  <dc:creator>Atlas</dc:creator>
  <cp:lastModifiedBy>Atlas</cp:lastModifiedBy>
  <cp:revision>1</cp:revision>
  <dcterms:created xsi:type="dcterms:W3CDTF">2026-09-17T17:12:59Z</dcterms:created>
  <dcterms:modified xsi:type="dcterms:W3CDTF">2026-09-17T17:12:59Z</dcterms:modified>
</cp:coreProperties>
</file>