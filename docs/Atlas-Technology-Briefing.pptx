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technology briefing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and control layer for AI-native software.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3328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365760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known, proven, and still unverified.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76344" y="320040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2" name="Text 10"/>
          <p:cNvSpPr/>
          <p:nvPr/>
        </p:nvSpPr>
        <p:spPr>
          <a:xfrm>
            <a:off x="4422648" y="3328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22648" y="365760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happen next, and under whose authority.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9768" y="320040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5" name="Text 13"/>
          <p:cNvSpPr/>
          <p:nvPr/>
        </p:nvSpPr>
        <p:spPr>
          <a:xfrm>
            <a:off x="8196072" y="3328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96072" y="365760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of agents, change, and automation.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true about this software right now?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generate, test, deploy, or scan. Few bind claim to evidence, evidence to time, and action to approval.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287121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hear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think we are ready. The tests passed. The model suggested a patch. Someone will review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274320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87121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record of what was observed, verified, drifted, still unknown, and allowed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Atlas 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IDE, chatbot, coding assistant, generic agent framework, or memory database.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04825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37744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model. Evidence graph. Governance over agents. A human-gated path from recommendation to action.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92024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4825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not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coding tools or CI. An agent inside every product. A host for customer source. A claim that a model finished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exists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connected product as a managed system: structure, dependencies, contracts, expected behavior.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6344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0" name="Text 8"/>
          <p:cNvSpPr/>
          <p:nvPr/>
        </p:nvSpPr>
        <p:spPr>
          <a:xfrm>
            <a:off x="4422648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22648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 against evidence ג€” without mistaking a score for proof.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9768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gated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6072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risk, policy, approval, execution, and verification are separate steps.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Atlas thinks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ֲ· Evidence ֲ· Governance ֲ· Intelligence ֲ· Control. Observed from the outside through connectors.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ג†’  Understand  ג†’  Verify  ג†’  Act, only when gated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command is not a successful repair until verification and evidence say so.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parts relate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separate trust planes ג€” not one website on one 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5910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19202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API, schemas, policy, risk, memory, evidence, audit, connectors.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6344" y="14630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1" name="Text 9"/>
          <p:cNvSpPr/>
          <p:nvPr/>
        </p:nvSpPr>
        <p:spPr>
          <a:xfrm>
            <a:off x="4422648" y="15910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2648" y="19202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user plane: projects, systems, truth, health, readiness, memory, Studio.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9768" y="14630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4" name="Text 12"/>
          <p:cNvSpPr/>
          <p:nvPr/>
        </p:nvSpPr>
        <p:spPr>
          <a:xfrm>
            <a:off x="8196072" y="15910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6072" y="19202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workspace. Propose, review, approve, apply, verify on an owned project.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41056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" y="44348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supervision of agents, applications, approvals, automation.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76344" y="39776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20" name="Text 18"/>
          <p:cNvSpPr/>
          <p:nvPr/>
        </p:nvSpPr>
        <p:spPr>
          <a:xfrm>
            <a:off x="4422648" y="41056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2648" y="44348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supervisor over Control and Studio. Not tenant admin.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9768" y="397764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23" name="Text 21"/>
          <p:cNvSpPr/>
          <p:nvPr/>
        </p:nvSpPr>
        <p:spPr>
          <a:xfrm>
            <a:off x="8196072" y="410565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apps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96072" y="443484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personal agent under policy. Connected apps stay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execution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ג†’  Policy  ג†’  Risk  ג†’  Approval  ג†’  Execution  ג†’  Result  ג†’  Audit  ג†’  Evidence  ג†’  Verification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3113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demonstrated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56032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CONSISTENT / CONFLICT / UNKNOWN. Dual-control SoD. Claimed apply. Disk verify. Append-only audit. Owner- and project-scoped memory.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0312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3113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proof. Unsupervised apply. Atlas executing CaseFlow, HotelOS, or other customer applications.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Memory, knowledge, evidence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carry source, time, confidence, and status. A score without evidence is not truth.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6344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0" name="Text 8"/>
          <p:cNvSpPr/>
          <p:nvPr/>
        </p:nvSpPr>
        <p:spPr>
          <a:xfrm>
            <a:off x="4422648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22648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ג†’ agent ג†’ user-owned memory, scoped to owner and project, with provenance. No cross-tenant training.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9768" y="155448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168249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6072" y="201168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public sources. Generated text stays a hypothesis until verified.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and human oversight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68249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01168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for engineering, quality, security, research. Workers under catalog, policy, and runtime control.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55448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8249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 Guardian, dual-control approve, apply, then verify on disk. Kill switches remain.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experience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68249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operator sees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01168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Blocked-first systems. Verdict with evidence. Truth, health, readiness. Studio as the working home. Process and quality audits.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554480"/>
            <a:ext cx="5495544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82496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is for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202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discover, model, verify. Executive readout. Counsel pack for licensed advisors ג€” not legal advice. Storage is BYO.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user (Web + Studio), Control, and Admin stay separate planes.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6537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19456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for git, delivery, and related signals. Atlas stays outside the managed application.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6344" y="173736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1" name="Text 9"/>
          <p:cNvSpPr/>
          <p:nvPr/>
        </p:nvSpPr>
        <p:spPr>
          <a:xfrm>
            <a:off x="4422648" y="186537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2648" y="219456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evidence, memory, and verdict are first-class. Authority is assigned by the platform.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9768" y="173736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4" name="Text 12"/>
          <p:cNvSpPr/>
          <p:nvPr/>
        </p:nvSpPr>
        <p:spPr>
          <a:xfrm>
            <a:off x="8196072" y="186537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6072" y="219456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approval, and runtime control. Control does not run the customerג€™s tools.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posture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77393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210312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evidence scoped to the owner of the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6344" y="164592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0" name="Text 8"/>
          <p:cNvSpPr/>
          <p:nvPr/>
        </p:nvSpPr>
        <p:spPr>
          <a:xfrm>
            <a:off x="4422648" y="177393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22648" y="210312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inherit unlimited authority. Write-adjacent work needs explicit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9768" y="1645920"/>
            <a:ext cx="3608832" cy="2331720"/>
          </a:xfrm>
          <a:prstGeom prst="roundRect">
            <a:avLst>
              <a:gd name="adj" fmla="val 2353"/>
            </a:avLst>
          </a:prstGeom>
          <a:solidFill>
            <a:srgbClr val="12151B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177393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of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6072" y="2103120"/>
            <a:ext cx="3316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governed path is implemented and verified. Production, paying customers, and PoV are not claimed.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ֲ·  TECHNOLOGY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verified. Production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exists so ג€the model did itג€ is never the last word on whether software is true, safe, or allowed to change.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ג€” Technology briefing</dc:title>
  <dc:subject>PptxGenJS Presentation</dc:subject>
  <dc:creator>Atlas</dc:creator>
  <cp:lastModifiedBy>Atlas</cp:lastModifiedBy>
  <cp:revision>1</cp:revision>
  <dcterms:created xsi:type="dcterms:W3CDTF">2026-09-22T16:54:55Z</dcterms:created>
  <dcterms:modified xsi:type="dcterms:W3CDTF">2026-09-22T16:54:55Z</dcterms:modified>
</cp:coreProperties>
</file>